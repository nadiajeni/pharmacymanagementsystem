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9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7" r:id="rId14"/>
    <p:sldId id="266" r:id="rId15"/>
    <p:sldId id="269" r:id="rId16"/>
    <p:sldId id="270" r:id="rId17"/>
    <p:sldId id="271" r:id="rId18"/>
    <p:sldId id="272" r:id="rId19"/>
    <p:sldId id="275" r:id="rId20"/>
    <p:sldId id="281" r:id="rId21"/>
    <p:sldId id="282" r:id="rId22"/>
    <p:sldId id="283" r:id="rId23"/>
    <p:sldId id="286" r:id="rId24"/>
    <p:sldId id="284" r:id="rId25"/>
    <p:sldId id="285" r:id="rId26"/>
    <p:sldId id="287" r:id="rId27"/>
    <p:sldId id="288" r:id="rId28"/>
    <p:sldId id="289" r:id="rId29"/>
    <p:sldId id="290" r:id="rId30"/>
    <p:sldId id="291" r:id="rId31"/>
    <p:sldId id="294" r:id="rId32"/>
    <p:sldId id="29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3431F3-C702-4BA2-8520-925CFB65E54D}">
          <p14:sldIdLst>
            <p14:sldId id="295"/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8"/>
            <p14:sldId id="267"/>
            <p14:sldId id="266"/>
            <p14:sldId id="269"/>
            <p14:sldId id="270"/>
            <p14:sldId id="271"/>
            <p14:sldId id="272"/>
            <p14:sldId id="275"/>
            <p14:sldId id="281"/>
            <p14:sldId id="282"/>
            <p14:sldId id="283"/>
            <p14:sldId id="286"/>
            <p14:sldId id="284"/>
            <p14:sldId id="285"/>
            <p14:sldId id="287"/>
            <p14:sldId id="288"/>
            <p14:sldId id="289"/>
            <p14:sldId id="290"/>
            <p14:sldId id="291"/>
            <p14:sldId id="294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0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ia jeni" userId="ebd8ea3b8f700e4a" providerId="LiveId" clId="{CEAFA54B-694C-4B08-92B8-AF62B165D23F}"/>
    <pc:docChg chg="undo custSel addSld delSld modSld">
      <pc:chgData name="nadia jeni" userId="ebd8ea3b8f700e4a" providerId="LiveId" clId="{CEAFA54B-694C-4B08-92B8-AF62B165D23F}" dt="2025-09-01T16:19:22.111" v="638" actId="1076"/>
      <pc:docMkLst>
        <pc:docMk/>
      </pc:docMkLst>
      <pc:sldChg chg="addSp delSp modSp mod">
        <pc:chgData name="nadia jeni" userId="ebd8ea3b8f700e4a" providerId="LiveId" clId="{CEAFA54B-694C-4B08-92B8-AF62B165D23F}" dt="2025-09-01T09:40:27.286" v="4"/>
        <pc:sldMkLst>
          <pc:docMk/>
          <pc:sldMk cId="2761323937" sldId="257"/>
        </pc:sldMkLst>
        <pc:spChg chg="del">
          <ac:chgData name="nadia jeni" userId="ebd8ea3b8f700e4a" providerId="LiveId" clId="{CEAFA54B-694C-4B08-92B8-AF62B165D23F}" dt="2025-09-01T09:39:03.804" v="2"/>
          <ac:spMkLst>
            <pc:docMk/>
            <pc:sldMk cId="2761323937" sldId="257"/>
            <ac:spMk id="3" creationId="{F224ED8E-6E41-52D7-E06D-4815B3E99A73}"/>
          </ac:spMkLst>
        </pc:spChg>
        <pc:spChg chg="add del">
          <ac:chgData name="nadia jeni" userId="ebd8ea3b8f700e4a" providerId="LiveId" clId="{CEAFA54B-694C-4B08-92B8-AF62B165D23F}" dt="2025-09-01T09:39:01.332" v="1" actId="21"/>
          <ac:spMkLst>
            <pc:docMk/>
            <pc:sldMk cId="2761323937" sldId="257"/>
            <ac:spMk id="5" creationId="{F6A82807-B14E-92EC-6FFF-FE238F6BF2AE}"/>
          </ac:spMkLst>
        </pc:spChg>
        <pc:spChg chg="add mod">
          <ac:chgData name="nadia jeni" userId="ebd8ea3b8f700e4a" providerId="LiveId" clId="{CEAFA54B-694C-4B08-92B8-AF62B165D23F}" dt="2025-09-01T09:40:27.286" v="4"/>
          <ac:spMkLst>
            <pc:docMk/>
            <pc:sldMk cId="2761323937" sldId="257"/>
            <ac:spMk id="6" creationId="{F6A82807-B14E-92EC-6FFF-FE238F6BF2AE}"/>
          </ac:spMkLst>
        </pc:spChg>
      </pc:sldChg>
      <pc:sldChg chg="addSp delSp modSp new mod">
        <pc:chgData name="nadia jeni" userId="ebd8ea3b8f700e4a" providerId="LiveId" clId="{CEAFA54B-694C-4B08-92B8-AF62B165D23F}" dt="2025-09-01T09:56:26.667" v="71" actId="122"/>
        <pc:sldMkLst>
          <pc:docMk/>
          <pc:sldMk cId="2080644628" sldId="258"/>
        </pc:sldMkLst>
        <pc:spChg chg="mod">
          <ac:chgData name="nadia jeni" userId="ebd8ea3b8f700e4a" providerId="LiveId" clId="{CEAFA54B-694C-4B08-92B8-AF62B165D23F}" dt="2025-09-01T09:56:26.667" v="71" actId="122"/>
          <ac:spMkLst>
            <pc:docMk/>
            <pc:sldMk cId="2080644628" sldId="258"/>
            <ac:spMk id="2" creationId="{F556A122-1DE9-95DB-F668-3586782535EA}"/>
          </ac:spMkLst>
        </pc:spChg>
        <pc:spChg chg="del">
          <ac:chgData name="nadia jeni" userId="ebd8ea3b8f700e4a" providerId="LiveId" clId="{CEAFA54B-694C-4B08-92B8-AF62B165D23F}" dt="2025-09-01T09:53:10.616" v="32"/>
          <ac:spMkLst>
            <pc:docMk/>
            <pc:sldMk cId="2080644628" sldId="258"/>
            <ac:spMk id="3" creationId="{49466287-03E8-131D-41C9-217A01E27336}"/>
          </ac:spMkLst>
        </pc:spChg>
        <pc:spChg chg="add del mod">
          <ac:chgData name="nadia jeni" userId="ebd8ea3b8f700e4a" providerId="LiveId" clId="{CEAFA54B-694C-4B08-92B8-AF62B165D23F}" dt="2025-09-01T09:53:26.658" v="33" actId="21"/>
          <ac:spMkLst>
            <pc:docMk/>
            <pc:sldMk cId="2080644628" sldId="258"/>
            <ac:spMk id="4" creationId="{11B12F00-4611-4934-DC9E-2F0FB7BE5140}"/>
          </ac:spMkLst>
        </pc:spChg>
        <pc:spChg chg="add del mod">
          <ac:chgData name="nadia jeni" userId="ebd8ea3b8f700e4a" providerId="LiveId" clId="{CEAFA54B-694C-4B08-92B8-AF62B165D23F}" dt="2025-09-01T09:56:13.780" v="59"/>
          <ac:spMkLst>
            <pc:docMk/>
            <pc:sldMk cId="2080644628" sldId="258"/>
            <ac:spMk id="5" creationId="{C4936B90-52A2-8762-1D72-0ACA54827289}"/>
          </ac:spMkLst>
        </pc:spChg>
        <pc:spChg chg="add del mod">
          <ac:chgData name="nadia jeni" userId="ebd8ea3b8f700e4a" providerId="LiveId" clId="{CEAFA54B-694C-4B08-92B8-AF62B165D23F}" dt="2025-09-01T09:54:32.459" v="49"/>
          <ac:spMkLst>
            <pc:docMk/>
            <pc:sldMk cId="2080644628" sldId="258"/>
            <ac:spMk id="6" creationId="{11B12F00-4611-4934-DC9E-2F0FB7BE5140}"/>
          </ac:spMkLst>
        </pc:spChg>
        <pc:spChg chg="add del mod">
          <ac:chgData name="nadia jeni" userId="ebd8ea3b8f700e4a" providerId="LiveId" clId="{CEAFA54B-694C-4B08-92B8-AF62B165D23F}" dt="2025-09-01T09:54:00.506" v="39"/>
          <ac:spMkLst>
            <pc:docMk/>
            <pc:sldMk cId="2080644628" sldId="258"/>
            <ac:spMk id="7" creationId="{230EEF25-25B6-CCE6-8D38-41B925A9D8FD}"/>
          </ac:spMkLst>
        </pc:spChg>
        <pc:spChg chg="add mod">
          <ac:chgData name="nadia jeni" userId="ebd8ea3b8f700e4a" providerId="LiveId" clId="{CEAFA54B-694C-4B08-92B8-AF62B165D23F}" dt="2025-09-01T09:54:00.506" v="39"/>
          <ac:spMkLst>
            <pc:docMk/>
            <pc:sldMk cId="2080644628" sldId="258"/>
            <ac:spMk id="8" creationId="{11B12F00-4611-4934-DC9E-2F0FB7BE5140}"/>
          </ac:spMkLst>
        </pc:spChg>
        <pc:spChg chg="add">
          <ac:chgData name="nadia jeni" userId="ebd8ea3b8f700e4a" providerId="LiveId" clId="{CEAFA54B-694C-4B08-92B8-AF62B165D23F}" dt="2025-09-01T09:55:19.694" v="54"/>
          <ac:spMkLst>
            <pc:docMk/>
            <pc:sldMk cId="2080644628" sldId="258"/>
            <ac:spMk id="9" creationId="{6173A621-B465-87CD-0737-9BAF346345D7}"/>
          </ac:spMkLst>
        </pc:spChg>
      </pc:sldChg>
      <pc:sldChg chg="addSp delSp modSp new del mod">
        <pc:chgData name="nadia jeni" userId="ebd8ea3b8f700e4a" providerId="LiveId" clId="{CEAFA54B-694C-4B08-92B8-AF62B165D23F}" dt="2025-09-01T09:51:51.218" v="26" actId="2696"/>
        <pc:sldMkLst>
          <pc:docMk/>
          <pc:sldMk cId="3646660286" sldId="258"/>
        </pc:sldMkLst>
        <pc:spChg chg="mod">
          <ac:chgData name="nadia jeni" userId="ebd8ea3b8f700e4a" providerId="LiveId" clId="{CEAFA54B-694C-4B08-92B8-AF62B165D23F}" dt="2025-09-01T09:48:38.855" v="8" actId="122"/>
          <ac:spMkLst>
            <pc:docMk/>
            <pc:sldMk cId="3646660286" sldId="258"/>
            <ac:spMk id="2" creationId="{7B3183F2-D2E0-75C9-E3CC-2CE5D35F5FAC}"/>
          </ac:spMkLst>
        </pc:spChg>
        <pc:spChg chg="del">
          <ac:chgData name="nadia jeni" userId="ebd8ea3b8f700e4a" providerId="LiveId" clId="{CEAFA54B-694C-4B08-92B8-AF62B165D23F}" dt="2025-09-01T09:49:26.656" v="9"/>
          <ac:spMkLst>
            <pc:docMk/>
            <pc:sldMk cId="3646660286" sldId="258"/>
            <ac:spMk id="3" creationId="{0C406E8C-E22C-56BA-59F8-530C12F86A37}"/>
          </ac:spMkLst>
        </pc:spChg>
        <pc:spChg chg="add del mod">
          <ac:chgData name="nadia jeni" userId="ebd8ea3b8f700e4a" providerId="LiveId" clId="{CEAFA54B-694C-4B08-92B8-AF62B165D23F}" dt="2025-09-01T09:50:56.985" v="18" actId="21"/>
          <ac:spMkLst>
            <pc:docMk/>
            <pc:sldMk cId="3646660286" sldId="258"/>
            <ac:spMk id="4" creationId="{BE2343CA-0106-53D6-C874-37796BE5EA8C}"/>
          </ac:spMkLst>
        </pc:spChg>
        <pc:spChg chg="add del mod">
          <ac:chgData name="nadia jeni" userId="ebd8ea3b8f700e4a" providerId="LiveId" clId="{CEAFA54B-694C-4B08-92B8-AF62B165D23F}" dt="2025-09-01T09:50:19.301" v="14"/>
          <ac:spMkLst>
            <pc:docMk/>
            <pc:sldMk cId="3646660286" sldId="258"/>
            <ac:spMk id="5" creationId="{084A097D-0A7D-2971-5222-22CD15393B4D}"/>
          </ac:spMkLst>
        </pc:spChg>
        <pc:spChg chg="add mod">
          <ac:chgData name="nadia jeni" userId="ebd8ea3b8f700e4a" providerId="LiveId" clId="{CEAFA54B-694C-4B08-92B8-AF62B165D23F}" dt="2025-09-01T09:50:19.301" v="14"/>
          <ac:spMkLst>
            <pc:docMk/>
            <pc:sldMk cId="3646660286" sldId="258"/>
            <ac:spMk id="6" creationId="{BE2343CA-0106-53D6-C874-37796BE5EA8C}"/>
          </ac:spMkLst>
        </pc:spChg>
        <pc:spChg chg="add del mod">
          <ac:chgData name="nadia jeni" userId="ebd8ea3b8f700e4a" providerId="LiveId" clId="{CEAFA54B-694C-4B08-92B8-AF62B165D23F}" dt="2025-09-01T09:50:59.679" v="19"/>
          <ac:spMkLst>
            <pc:docMk/>
            <pc:sldMk cId="3646660286" sldId="258"/>
            <ac:spMk id="7" creationId="{62005AC8-B007-50B6-8916-DA60917319C2}"/>
          </ac:spMkLst>
        </pc:spChg>
        <pc:spChg chg="add del mod">
          <ac:chgData name="nadia jeni" userId="ebd8ea3b8f700e4a" providerId="LiveId" clId="{CEAFA54B-694C-4B08-92B8-AF62B165D23F}" dt="2025-09-01T09:51:27.455" v="25" actId="21"/>
          <ac:spMkLst>
            <pc:docMk/>
            <pc:sldMk cId="3646660286" sldId="258"/>
            <ac:spMk id="8" creationId="{BE2343CA-0106-53D6-C874-37796BE5EA8C}"/>
          </ac:spMkLst>
        </pc:spChg>
      </pc:sldChg>
      <pc:sldChg chg="addSp delSp modSp new mod">
        <pc:chgData name="nadia jeni" userId="ebd8ea3b8f700e4a" providerId="LiveId" clId="{CEAFA54B-694C-4B08-92B8-AF62B165D23F}" dt="2025-09-01T10:03:56.417" v="97" actId="113"/>
        <pc:sldMkLst>
          <pc:docMk/>
          <pc:sldMk cId="407653588" sldId="259"/>
        </pc:sldMkLst>
        <pc:spChg chg="mod">
          <ac:chgData name="nadia jeni" userId="ebd8ea3b8f700e4a" providerId="LiveId" clId="{CEAFA54B-694C-4B08-92B8-AF62B165D23F}" dt="2025-09-01T10:02:57.217" v="92" actId="122"/>
          <ac:spMkLst>
            <pc:docMk/>
            <pc:sldMk cId="407653588" sldId="259"/>
            <ac:spMk id="2" creationId="{B3D88A83-49C8-1753-06DE-42D6EFE8AE0C}"/>
          </ac:spMkLst>
        </pc:spChg>
        <pc:spChg chg="del">
          <ac:chgData name="nadia jeni" userId="ebd8ea3b8f700e4a" providerId="LiveId" clId="{CEAFA54B-694C-4B08-92B8-AF62B165D23F}" dt="2025-09-01T09:57:53.921" v="73"/>
          <ac:spMkLst>
            <pc:docMk/>
            <pc:sldMk cId="407653588" sldId="259"/>
            <ac:spMk id="3" creationId="{006F4270-6442-9BBD-2D34-5DC518D8C830}"/>
          </ac:spMkLst>
        </pc:spChg>
        <pc:spChg chg="add del mod">
          <ac:chgData name="nadia jeni" userId="ebd8ea3b8f700e4a" providerId="LiveId" clId="{CEAFA54B-694C-4B08-92B8-AF62B165D23F}" dt="2025-09-01T09:58:35.952" v="75" actId="21"/>
          <ac:spMkLst>
            <pc:docMk/>
            <pc:sldMk cId="407653588" sldId="259"/>
            <ac:spMk id="4" creationId="{B5EBF753-E554-06E7-D918-9380BD1ACF6A}"/>
          </ac:spMkLst>
        </pc:spChg>
        <pc:spChg chg="add del mod">
          <ac:chgData name="nadia jeni" userId="ebd8ea3b8f700e4a" providerId="LiveId" clId="{CEAFA54B-694C-4B08-92B8-AF62B165D23F}" dt="2025-09-01T10:03:56.417" v="97" actId="113"/>
          <ac:spMkLst>
            <pc:docMk/>
            <pc:sldMk cId="407653588" sldId="259"/>
            <ac:spMk id="5" creationId="{52B93465-D0C3-BEC1-EBEC-D5052E62EDB9}"/>
          </ac:spMkLst>
        </pc:spChg>
        <pc:spChg chg="add mod">
          <ac:chgData name="nadia jeni" userId="ebd8ea3b8f700e4a" providerId="LiveId" clId="{CEAFA54B-694C-4B08-92B8-AF62B165D23F}" dt="2025-09-01T09:58:45.992" v="77"/>
          <ac:spMkLst>
            <pc:docMk/>
            <pc:sldMk cId="407653588" sldId="259"/>
            <ac:spMk id="6" creationId="{B5EBF753-E554-06E7-D918-9380BD1ACF6A}"/>
          </ac:spMkLst>
        </pc:spChg>
      </pc:sldChg>
      <pc:sldChg chg="add del">
        <pc:chgData name="nadia jeni" userId="ebd8ea3b8f700e4a" providerId="LiveId" clId="{CEAFA54B-694C-4B08-92B8-AF62B165D23F}" dt="2025-09-01T09:52:18.213" v="31" actId="2696"/>
        <pc:sldMkLst>
          <pc:docMk/>
          <pc:sldMk cId="2299308210" sldId="259"/>
        </pc:sldMkLst>
      </pc:sldChg>
      <pc:sldChg chg="addSp delSp modSp new mod">
        <pc:chgData name="nadia jeni" userId="ebd8ea3b8f700e4a" providerId="LiveId" clId="{CEAFA54B-694C-4B08-92B8-AF62B165D23F}" dt="2025-09-01T14:28:07.675" v="408" actId="14100"/>
        <pc:sldMkLst>
          <pc:docMk/>
          <pc:sldMk cId="2411306678" sldId="260"/>
        </pc:sldMkLst>
        <pc:spChg chg="mod">
          <ac:chgData name="nadia jeni" userId="ebd8ea3b8f700e4a" providerId="LiveId" clId="{CEAFA54B-694C-4B08-92B8-AF62B165D23F}" dt="2025-09-01T14:26:22.649" v="396" actId="14100"/>
          <ac:spMkLst>
            <pc:docMk/>
            <pc:sldMk cId="2411306678" sldId="260"/>
            <ac:spMk id="2" creationId="{C15BC058-AA29-4789-DDD1-8E624628542E}"/>
          </ac:spMkLst>
        </pc:spChg>
        <pc:spChg chg="del">
          <ac:chgData name="nadia jeni" userId="ebd8ea3b8f700e4a" providerId="LiveId" clId="{CEAFA54B-694C-4B08-92B8-AF62B165D23F}" dt="2025-09-01T10:06:11.850" v="121"/>
          <ac:spMkLst>
            <pc:docMk/>
            <pc:sldMk cId="2411306678" sldId="260"/>
            <ac:spMk id="3" creationId="{B7B3D6D6-25C2-DE2B-8173-7CA38674E54A}"/>
          </ac:spMkLst>
        </pc:spChg>
        <pc:spChg chg="add del mod">
          <ac:chgData name="nadia jeni" userId="ebd8ea3b8f700e4a" providerId="LiveId" clId="{CEAFA54B-694C-4B08-92B8-AF62B165D23F}" dt="2025-09-01T10:06:43.613" v="123" actId="21"/>
          <ac:spMkLst>
            <pc:docMk/>
            <pc:sldMk cId="2411306678" sldId="260"/>
            <ac:spMk id="4" creationId="{1D076C4E-D601-DEBF-F635-80ABBDA65ABB}"/>
          </ac:spMkLst>
        </pc:spChg>
        <pc:spChg chg="add del mod">
          <ac:chgData name="nadia jeni" userId="ebd8ea3b8f700e4a" providerId="LiveId" clId="{CEAFA54B-694C-4B08-92B8-AF62B165D23F}" dt="2025-09-01T14:26:32.627" v="398" actId="27636"/>
          <ac:spMkLst>
            <pc:docMk/>
            <pc:sldMk cId="2411306678" sldId="260"/>
            <ac:spMk id="5" creationId="{619FA356-DC94-6AE1-7397-394AE5F6FEAB}"/>
          </ac:spMkLst>
        </pc:spChg>
        <pc:spChg chg="add mod">
          <ac:chgData name="nadia jeni" userId="ebd8ea3b8f700e4a" providerId="LiveId" clId="{CEAFA54B-694C-4B08-92B8-AF62B165D23F}" dt="2025-09-01T10:06:59.631" v="125"/>
          <ac:spMkLst>
            <pc:docMk/>
            <pc:sldMk cId="2411306678" sldId="260"/>
            <ac:spMk id="6" creationId="{1D076C4E-D601-DEBF-F635-80ABBDA65ABB}"/>
          </ac:spMkLst>
        </pc:spChg>
        <pc:picChg chg="add mod modCrop">
          <ac:chgData name="nadia jeni" userId="ebd8ea3b8f700e4a" providerId="LiveId" clId="{CEAFA54B-694C-4B08-92B8-AF62B165D23F}" dt="2025-09-01T14:28:07.675" v="408" actId="14100"/>
          <ac:picMkLst>
            <pc:docMk/>
            <pc:sldMk cId="2411306678" sldId="260"/>
            <ac:picMk id="4" creationId="{D84A8E93-0F22-AEE1-83CA-281EC125C43F}"/>
          </ac:picMkLst>
        </pc:picChg>
      </pc:sldChg>
      <pc:sldChg chg="add del">
        <pc:chgData name="nadia jeni" userId="ebd8ea3b8f700e4a" providerId="LiveId" clId="{CEAFA54B-694C-4B08-92B8-AF62B165D23F}" dt="2025-09-01T09:52:14.646" v="30" actId="2696"/>
        <pc:sldMkLst>
          <pc:docMk/>
          <pc:sldMk cId="4280325194" sldId="260"/>
        </pc:sldMkLst>
      </pc:sldChg>
      <pc:sldChg chg="addSp delSp modSp new mod">
        <pc:chgData name="nadia jeni" userId="ebd8ea3b8f700e4a" providerId="LiveId" clId="{CEAFA54B-694C-4B08-92B8-AF62B165D23F}" dt="2025-09-01T16:17:42.667" v="630" actId="115"/>
        <pc:sldMkLst>
          <pc:docMk/>
          <pc:sldMk cId="1207796252" sldId="261"/>
        </pc:sldMkLst>
        <pc:spChg chg="mod">
          <ac:chgData name="nadia jeni" userId="ebd8ea3b8f700e4a" providerId="LiveId" clId="{CEAFA54B-694C-4B08-92B8-AF62B165D23F}" dt="2025-09-01T16:17:42.667" v="630" actId="115"/>
          <ac:spMkLst>
            <pc:docMk/>
            <pc:sldMk cId="1207796252" sldId="261"/>
            <ac:spMk id="2" creationId="{9FFA26E3-1AF5-9EDB-0D40-CF992A647935}"/>
          </ac:spMkLst>
        </pc:spChg>
        <pc:spChg chg="add del mod">
          <ac:chgData name="nadia jeni" userId="ebd8ea3b8f700e4a" providerId="LiveId" clId="{CEAFA54B-694C-4B08-92B8-AF62B165D23F}" dt="2025-09-01T14:27:35.128" v="405" actId="27636"/>
          <ac:spMkLst>
            <pc:docMk/>
            <pc:sldMk cId="1207796252" sldId="261"/>
            <ac:spMk id="3" creationId="{CDE9920A-02E8-7C89-08D1-2DEBD14AE214}"/>
          </ac:spMkLst>
        </pc:spChg>
        <pc:picChg chg="add mod">
          <ac:chgData name="nadia jeni" userId="ebd8ea3b8f700e4a" providerId="LiveId" clId="{CEAFA54B-694C-4B08-92B8-AF62B165D23F}" dt="2025-09-01T13:39:58.596" v="165" actId="931"/>
          <ac:picMkLst>
            <pc:docMk/>
            <pc:sldMk cId="1207796252" sldId="261"/>
            <ac:picMk id="5" creationId="{B953DCA0-0218-177E-CEFF-A5C032C50DFC}"/>
          </ac:picMkLst>
        </pc:picChg>
        <pc:picChg chg="add mod modCrop">
          <ac:chgData name="nadia jeni" userId="ebd8ea3b8f700e4a" providerId="LiveId" clId="{CEAFA54B-694C-4B08-92B8-AF62B165D23F}" dt="2025-09-01T13:47:07.095" v="311" actId="1076"/>
          <ac:picMkLst>
            <pc:docMk/>
            <pc:sldMk cId="1207796252" sldId="261"/>
            <ac:picMk id="7" creationId="{DE713A03-0BC3-4A57-3A1C-B7977D0B5321}"/>
          </ac:picMkLst>
        </pc:picChg>
      </pc:sldChg>
      <pc:sldChg chg="addSp modSp new mod">
        <pc:chgData name="nadia jeni" userId="ebd8ea3b8f700e4a" providerId="LiveId" clId="{CEAFA54B-694C-4B08-92B8-AF62B165D23F}" dt="2025-09-01T15:01:58.296" v="431" actId="14100"/>
        <pc:sldMkLst>
          <pc:docMk/>
          <pc:sldMk cId="3179134538" sldId="262"/>
        </pc:sldMkLst>
        <pc:picChg chg="add mod modCrop">
          <ac:chgData name="nadia jeni" userId="ebd8ea3b8f700e4a" providerId="LiveId" clId="{CEAFA54B-694C-4B08-92B8-AF62B165D23F}" dt="2025-09-01T15:01:58.296" v="431" actId="14100"/>
          <ac:picMkLst>
            <pc:docMk/>
            <pc:sldMk cId="3179134538" sldId="262"/>
            <ac:picMk id="3" creationId="{E5E8B613-7D24-227A-B1EB-D4856B30A186}"/>
          </ac:picMkLst>
        </pc:picChg>
      </pc:sldChg>
      <pc:sldChg chg="addSp modSp new">
        <pc:chgData name="nadia jeni" userId="ebd8ea3b8f700e4a" providerId="LiveId" clId="{CEAFA54B-694C-4B08-92B8-AF62B165D23F}" dt="2025-09-01T14:59:48.579" v="422" actId="931"/>
        <pc:sldMkLst>
          <pc:docMk/>
          <pc:sldMk cId="426758232" sldId="263"/>
        </pc:sldMkLst>
        <pc:picChg chg="add mod">
          <ac:chgData name="nadia jeni" userId="ebd8ea3b8f700e4a" providerId="LiveId" clId="{CEAFA54B-694C-4B08-92B8-AF62B165D23F}" dt="2025-09-01T14:59:48.579" v="422" actId="931"/>
          <ac:picMkLst>
            <pc:docMk/>
            <pc:sldMk cId="426758232" sldId="263"/>
            <ac:picMk id="3" creationId="{39338F95-7923-FCD9-C70A-9B537EDE6C13}"/>
          </ac:picMkLst>
        </pc:picChg>
      </pc:sldChg>
      <pc:sldChg chg="addSp modSp new">
        <pc:chgData name="nadia jeni" userId="ebd8ea3b8f700e4a" providerId="LiveId" clId="{CEAFA54B-694C-4B08-92B8-AF62B165D23F}" dt="2025-09-01T15:00:34.644" v="424" actId="931"/>
        <pc:sldMkLst>
          <pc:docMk/>
          <pc:sldMk cId="1459269008" sldId="264"/>
        </pc:sldMkLst>
        <pc:picChg chg="add mod">
          <ac:chgData name="nadia jeni" userId="ebd8ea3b8f700e4a" providerId="LiveId" clId="{CEAFA54B-694C-4B08-92B8-AF62B165D23F}" dt="2025-09-01T15:00:34.644" v="424" actId="931"/>
          <ac:picMkLst>
            <pc:docMk/>
            <pc:sldMk cId="1459269008" sldId="264"/>
            <ac:picMk id="3" creationId="{E10B9ED5-87F6-C5DF-AB79-0D2761AB7137}"/>
          </ac:picMkLst>
        </pc:picChg>
      </pc:sldChg>
      <pc:sldChg chg="addSp modSp new">
        <pc:chgData name="nadia jeni" userId="ebd8ea3b8f700e4a" providerId="LiveId" clId="{CEAFA54B-694C-4B08-92B8-AF62B165D23F}" dt="2025-09-01T15:01:35.792" v="427" actId="931"/>
        <pc:sldMkLst>
          <pc:docMk/>
          <pc:sldMk cId="900452126" sldId="265"/>
        </pc:sldMkLst>
        <pc:picChg chg="add mod">
          <ac:chgData name="nadia jeni" userId="ebd8ea3b8f700e4a" providerId="LiveId" clId="{CEAFA54B-694C-4B08-92B8-AF62B165D23F}" dt="2025-09-01T15:01:13.970" v="426" actId="931"/>
          <ac:picMkLst>
            <pc:docMk/>
            <pc:sldMk cId="900452126" sldId="265"/>
            <ac:picMk id="3" creationId="{E128951D-CA64-070A-D389-B0FB9D544781}"/>
          </ac:picMkLst>
        </pc:picChg>
        <pc:picChg chg="add mod">
          <ac:chgData name="nadia jeni" userId="ebd8ea3b8f700e4a" providerId="LiveId" clId="{CEAFA54B-694C-4B08-92B8-AF62B165D23F}" dt="2025-09-01T15:01:35.792" v="427" actId="931"/>
          <ac:picMkLst>
            <pc:docMk/>
            <pc:sldMk cId="900452126" sldId="265"/>
            <ac:picMk id="5" creationId="{1C3B186B-2C69-6A85-5319-83128127262D}"/>
          </ac:picMkLst>
        </pc:picChg>
      </pc:sldChg>
      <pc:sldChg chg="addSp delSp modSp new mod">
        <pc:chgData name="nadia jeni" userId="ebd8ea3b8f700e4a" providerId="LiveId" clId="{CEAFA54B-694C-4B08-92B8-AF62B165D23F}" dt="2025-09-01T16:15:35.941" v="621" actId="14100"/>
        <pc:sldMkLst>
          <pc:docMk/>
          <pc:sldMk cId="3436031090" sldId="266"/>
        </pc:sldMkLst>
        <pc:spChg chg="mod">
          <ac:chgData name="nadia jeni" userId="ebd8ea3b8f700e4a" providerId="LiveId" clId="{CEAFA54B-694C-4B08-92B8-AF62B165D23F}" dt="2025-09-01T16:14:15.917" v="614" actId="20577"/>
          <ac:spMkLst>
            <pc:docMk/>
            <pc:sldMk cId="3436031090" sldId="266"/>
            <ac:spMk id="2" creationId="{B6AEE0CF-8DDB-84C7-20BD-365CDA96F626}"/>
          </ac:spMkLst>
        </pc:spChg>
        <pc:spChg chg="del">
          <ac:chgData name="nadia jeni" userId="ebd8ea3b8f700e4a" providerId="LiveId" clId="{CEAFA54B-694C-4B08-92B8-AF62B165D23F}" dt="2025-09-01T15:25:13.770" v="444" actId="931"/>
          <ac:spMkLst>
            <pc:docMk/>
            <pc:sldMk cId="3436031090" sldId="266"/>
            <ac:spMk id="3" creationId="{4FCA7E6D-5A89-1AA4-3025-01E82011DC11}"/>
          </ac:spMkLst>
        </pc:spChg>
        <pc:picChg chg="add mod modCrop">
          <ac:chgData name="nadia jeni" userId="ebd8ea3b8f700e4a" providerId="LiveId" clId="{CEAFA54B-694C-4B08-92B8-AF62B165D23F}" dt="2025-09-01T16:15:35.941" v="621" actId="14100"/>
          <ac:picMkLst>
            <pc:docMk/>
            <pc:sldMk cId="3436031090" sldId="266"/>
            <ac:picMk id="4" creationId="{3698264A-5C39-B90E-7679-195F3E87473D}"/>
          </ac:picMkLst>
        </pc:picChg>
        <pc:picChg chg="add mod modCrop">
          <ac:chgData name="nadia jeni" userId="ebd8ea3b8f700e4a" providerId="LiveId" clId="{CEAFA54B-694C-4B08-92B8-AF62B165D23F}" dt="2025-09-01T15:26:08.456" v="454" actId="1076"/>
          <ac:picMkLst>
            <pc:docMk/>
            <pc:sldMk cId="3436031090" sldId="266"/>
            <ac:picMk id="5" creationId="{7F7065D5-C5A4-FF19-F041-E07045883F4A}"/>
          </ac:picMkLst>
        </pc:picChg>
      </pc:sldChg>
      <pc:sldChg chg="addSp delSp modSp new mod">
        <pc:chgData name="nadia jeni" userId="ebd8ea3b8f700e4a" providerId="LiveId" clId="{CEAFA54B-694C-4B08-92B8-AF62B165D23F}" dt="2025-09-01T16:19:22.111" v="638" actId="1076"/>
        <pc:sldMkLst>
          <pc:docMk/>
          <pc:sldMk cId="2264060337" sldId="267"/>
        </pc:sldMkLst>
        <pc:spChg chg="mod">
          <ac:chgData name="nadia jeni" userId="ebd8ea3b8f700e4a" providerId="LiveId" clId="{CEAFA54B-694C-4B08-92B8-AF62B165D23F}" dt="2025-09-01T16:13:42.149" v="591" actId="20577"/>
          <ac:spMkLst>
            <pc:docMk/>
            <pc:sldMk cId="2264060337" sldId="267"/>
            <ac:spMk id="2" creationId="{33F83F87-F8B9-D501-585B-5AE329E3F309}"/>
          </ac:spMkLst>
        </pc:spChg>
        <pc:spChg chg="del">
          <ac:chgData name="nadia jeni" userId="ebd8ea3b8f700e4a" providerId="LiveId" clId="{CEAFA54B-694C-4B08-92B8-AF62B165D23F}" dt="2025-09-01T16:12:04.989" v="549" actId="931"/>
          <ac:spMkLst>
            <pc:docMk/>
            <pc:sldMk cId="2264060337" sldId="267"/>
            <ac:spMk id="3" creationId="{82696A92-9527-250C-B5ED-49FC71B72F2D}"/>
          </ac:spMkLst>
        </pc:spChg>
        <pc:picChg chg="add mod">
          <ac:chgData name="nadia jeni" userId="ebd8ea3b8f700e4a" providerId="LiveId" clId="{CEAFA54B-694C-4B08-92B8-AF62B165D23F}" dt="2025-09-01T16:19:22.111" v="638" actId="1076"/>
          <ac:picMkLst>
            <pc:docMk/>
            <pc:sldMk cId="2264060337" sldId="267"/>
            <ac:picMk id="5" creationId="{B03664E0-0642-8683-4B06-58872DDBF6F1}"/>
          </ac:picMkLst>
        </pc:picChg>
      </pc:sldChg>
      <pc:sldChg chg="addSp delSp modSp new mod">
        <pc:chgData name="nadia jeni" userId="ebd8ea3b8f700e4a" providerId="LiveId" clId="{CEAFA54B-694C-4B08-92B8-AF62B165D23F}" dt="2025-09-01T16:18:46.064" v="634" actId="1076"/>
        <pc:sldMkLst>
          <pc:docMk/>
          <pc:sldMk cId="3260719018" sldId="268"/>
        </pc:sldMkLst>
        <pc:spChg chg="mod">
          <ac:chgData name="nadia jeni" userId="ebd8ea3b8f700e4a" providerId="LiveId" clId="{CEAFA54B-694C-4B08-92B8-AF62B165D23F}" dt="2025-09-01T16:13:04.440" v="568" actId="122"/>
          <ac:spMkLst>
            <pc:docMk/>
            <pc:sldMk cId="3260719018" sldId="268"/>
            <ac:spMk id="2" creationId="{87661423-CC31-CCE1-E800-5C8CA511E327}"/>
          </ac:spMkLst>
        </pc:spChg>
        <pc:spChg chg="del">
          <ac:chgData name="nadia jeni" userId="ebd8ea3b8f700e4a" providerId="LiveId" clId="{CEAFA54B-694C-4B08-92B8-AF62B165D23F}" dt="2025-09-01T16:12:43.617" v="551" actId="931"/>
          <ac:spMkLst>
            <pc:docMk/>
            <pc:sldMk cId="3260719018" sldId="268"/>
            <ac:spMk id="3" creationId="{34231A5B-BCB6-F823-BBF8-57C498145444}"/>
          </ac:spMkLst>
        </pc:spChg>
        <pc:picChg chg="add mod modCrop">
          <ac:chgData name="nadia jeni" userId="ebd8ea3b8f700e4a" providerId="LiveId" clId="{CEAFA54B-694C-4B08-92B8-AF62B165D23F}" dt="2025-09-01T16:18:46.064" v="634" actId="1076"/>
          <ac:picMkLst>
            <pc:docMk/>
            <pc:sldMk cId="3260719018" sldId="268"/>
            <ac:picMk id="5" creationId="{B249CEA5-EA9F-E92A-9935-7886F7D58D6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13530F-5B55-04F3-64BF-AF0D547E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A3F979C-B38A-C98D-9D0B-2B5F22A83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6852DE-B149-581E-ABB9-23E45C3BF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1F68B1-ECB8-4FF6-F861-DD603537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C9A72B-A45F-B5A5-B1F8-8E980E20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11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57AC28-E3D4-A252-8D07-CB1BBF73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D19534-E862-D47D-B97A-8D35217DF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22DF204-1026-7BE6-172F-0A9C11FE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E0E35AB-CF2D-18E1-8CDD-0541395C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DEDAB3E-5227-3FDB-D11F-3D3005903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5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A61B5D-C5AD-2CCC-9933-EFA32397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E2AE502-3436-8A8E-4293-9FEDA8246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A6CF4C-72E3-4E61-6D3A-3FE28010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C7C190-0620-48D3-DA77-1EF04CBC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AEBB4CE-D19B-6437-643D-01F81605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0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28B2E2-8638-6D0A-42CE-DDA77168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AA8C6F-08B4-F7D3-AA95-D151D8D97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B185127-984D-3888-9A2E-DBED702B2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BC0B3A7-524E-48FD-F429-51DC8056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395B043-0F24-87CD-5ED1-13AD8698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61BE3E6-0086-AEBA-EC90-4A3FE55F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29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D23DC2-5866-A945-8E77-BCF8C213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FCB7D94-DCF3-1DD1-0661-93B774A53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28012A4-26CD-ABC5-1D6F-4A8B7A532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F80E769-D0B1-8186-9090-DAD1F4F18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3A1F9A8-7A14-02BE-8D9E-899431A63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D6F500F3-8B23-626F-5FB9-0C561B75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F160307-0D79-CC21-94DF-0286D96C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8518070-F122-FC2C-1ACA-564B4561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1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F967CB-2A34-7BA9-CF15-EED0C8E1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A49CEC4-5A12-16E3-AB4C-8C9CDD28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CCA0CF3-6988-BF7C-3EBE-F71DB902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1908400-2180-710F-CEF4-E1C45F5E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8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AFC459E-8330-BB1B-9CBD-CF1C8B9C8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16C4012-A026-F3FE-8A67-4BCF03BE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ABD55BC-777D-FB16-7742-12CEA9CD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1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DD0BD0-33C1-DC58-672D-81C48FAD9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8C521E-29DD-D76D-0614-0C01023A5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671D68-F045-5E91-4054-9B517501F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3D6F699-9598-BFF0-01D2-B3ABDA902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26BBD28-5752-C3CE-983B-8B4729866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E9ED5B-0E35-2D2C-E98C-62D7D99E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2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15BC78-F69C-BD4F-A62E-D1532B1A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A10F7EC-02AE-10E9-4357-CE0F15B51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DF67F8-AD2B-0C40-15DA-6355053BE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488467-2ABE-02E8-DB7A-64F78C503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5976248-ECCF-F07D-EB59-DC15F2043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950FE74-07A9-9332-BA7A-2C02BA0CB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1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A7BDD5-188B-078B-B333-118D71AC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58ECD86-C033-5F9B-D349-60711AD5F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88DF168-9A0D-E6D2-A1DB-D97F3812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EF468B9-5650-C4A7-DFA5-58772AAC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5FC9F35-1DE2-4407-B249-24CD1E99C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7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66C3F857-FACC-6456-CBF8-705820B04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1291F4C-494A-1774-718C-F1FD494A7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DCE67E4-B405-CC4D-2D60-729F8353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D6BDB3-04B4-FFFD-5582-C6687344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224701F-E57A-5456-29CF-E42A3C16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9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1689FEE-8A06-D255-21C0-1A1AB9E77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8FD0AF9-EC28-28C9-813A-31E62CB20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1A5681-674B-6768-AA2E-5796C16C5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D6FE8-F3B9-40DC-94BE-1776274DBBF7}" type="datetimeFigureOut">
              <a:rPr lang="en-US" smtClean="0"/>
              <a:pPr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EB1339-78F5-6B23-BD8D-9B8E8C9B4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50EE07-C01B-F08D-D996-948257E28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861A3-9B0A-4BE3-850C-D0417752B3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1FF21D5-C629-45AD-AF27-C2DC07C5B48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690" y="99204"/>
            <a:ext cx="1021080" cy="8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F6B4915-BA27-475D-90E6-9ADBC09422BF}"/>
              </a:ext>
            </a:extLst>
          </p:cNvPr>
          <p:cNvSpPr/>
          <p:nvPr/>
        </p:nvSpPr>
        <p:spPr>
          <a:xfrm>
            <a:off x="2060956" y="1132655"/>
            <a:ext cx="78285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ker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b="1" ker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IUBAT – International University of Business Agriculture and Technology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20F6D36-C4FD-4BC6-B59F-EE135EBEFA26}"/>
              </a:ext>
            </a:extLst>
          </p:cNvPr>
          <p:cNvSpPr/>
          <p:nvPr/>
        </p:nvSpPr>
        <p:spPr>
          <a:xfrm>
            <a:off x="2679032" y="2079774"/>
            <a:ext cx="6096000" cy="39068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Course Name: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Visual </a:t>
            </a:r>
            <a:r>
              <a:rPr lang="en-US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Programming 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(Lab)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10A1A4F-22A7-4B5E-B636-083F7BD5DE77}"/>
              </a:ext>
            </a:extLst>
          </p:cNvPr>
          <p:cNvSpPr/>
          <p:nvPr/>
        </p:nvSpPr>
        <p:spPr>
          <a:xfrm>
            <a:off x="4637630" y="2497025"/>
            <a:ext cx="2454519" cy="3906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Course Code:</a:t>
            </a:r>
            <a:r>
              <a:rPr lang="en-US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CSC-440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300373E-4EFB-46BD-A44C-8802C6F6C63F}"/>
              </a:ext>
            </a:extLst>
          </p:cNvPr>
          <p:cNvSpPr/>
          <p:nvPr/>
        </p:nvSpPr>
        <p:spPr>
          <a:xfrm>
            <a:off x="5307242" y="2914276"/>
            <a:ext cx="1178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ker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Section: F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DD59807-6A84-4033-8F8F-9DF0DCE738A9}"/>
              </a:ext>
            </a:extLst>
          </p:cNvPr>
          <p:cNvSpPr/>
          <p:nvPr/>
        </p:nvSpPr>
        <p:spPr>
          <a:xfrm>
            <a:off x="1315453" y="3088864"/>
            <a:ext cx="8566484" cy="442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4580" marR="1077595" algn="ctr">
              <a:lnSpc>
                <a:spcPct val="140000"/>
              </a:lnSpc>
              <a:spcBef>
                <a:spcPts val="0"/>
              </a:spcBef>
              <a:spcAft>
                <a:spcPts val="220"/>
              </a:spcAft>
            </a:pPr>
            <a:r>
              <a:rPr lang="en-US" kern="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	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Department of Computer Science and Engineering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E2AE2BB2-D9AD-440A-BBAA-BFD6FDD5E339}"/>
              </a:ext>
            </a:extLst>
          </p:cNvPr>
          <p:cNvSpPr/>
          <p:nvPr/>
        </p:nvSpPr>
        <p:spPr>
          <a:xfrm>
            <a:off x="276306" y="3669244"/>
            <a:ext cx="1537600" cy="3906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b="1" u="sng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Submitted By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DF563C61-40D6-4220-B0C8-A84021CCE750}"/>
              </a:ext>
            </a:extLst>
          </p:cNvPr>
          <p:cNvSpPr/>
          <p:nvPr/>
        </p:nvSpPr>
        <p:spPr>
          <a:xfrm>
            <a:off x="7016964" y="3627542"/>
            <a:ext cx="6096000" cy="8118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b="1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b="1" u="sng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Submitted To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30B0A84-9FE1-41A0-9847-E0A8BE0DC0AA}"/>
              </a:ext>
            </a:extLst>
          </p:cNvPr>
          <p:cNvSpPr/>
          <p:nvPr/>
        </p:nvSpPr>
        <p:spPr>
          <a:xfrm>
            <a:off x="4637630" y="6431595"/>
            <a:ext cx="3268844" cy="3906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tabLst>
                <a:tab pos="943610" algn="l"/>
              </a:tabLst>
            </a:pPr>
            <a:r>
              <a:rPr lang="en-US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Date of Submission: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01/09/2025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FDF453A7-D443-42EC-A4E8-72002334743D}"/>
              </a:ext>
            </a:extLst>
          </p:cNvPr>
          <p:cNvSpPr/>
          <p:nvPr/>
        </p:nvSpPr>
        <p:spPr>
          <a:xfrm>
            <a:off x="8434746" y="4676569"/>
            <a:ext cx="32604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Poppins"/>
              </a:rPr>
              <a:t>Sheekar</a:t>
            </a:r>
            <a:r>
              <a:rPr lang="en-US" dirty="0">
                <a:latin typeface="Poppins"/>
              </a:rPr>
              <a:t> Banerjee</a:t>
            </a:r>
          </a:p>
          <a:p>
            <a:pPr algn="ctr"/>
            <a:r>
              <a:rPr lang="en-US" dirty="0">
                <a:latin typeface="Poppins"/>
              </a:rPr>
              <a:t>Lecturer</a:t>
            </a:r>
          </a:p>
          <a:p>
            <a:pPr algn="ctr"/>
            <a:r>
              <a:rPr lang="en-US" dirty="0">
                <a:latin typeface="Poppins"/>
              </a:rPr>
              <a:t>IUBAT, Dept. of CSE</a:t>
            </a:r>
          </a:p>
          <a:p>
            <a:pPr algn="ctr"/>
            <a:endParaRPr lang="en-US" i="0" dirty="0">
              <a:effectLst/>
              <a:latin typeface="Poppins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xmlns="" id="{AE21E45D-418B-41D8-8F72-C3DCA3645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496655"/>
              </p:ext>
            </p:extLst>
          </p:nvPr>
        </p:nvGraphicFramePr>
        <p:xfrm>
          <a:off x="350981" y="4057335"/>
          <a:ext cx="5355250" cy="1995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625">
                  <a:extLst>
                    <a:ext uri="{9D8B030D-6E8A-4147-A177-3AD203B41FA5}">
                      <a16:colId xmlns:a16="http://schemas.microsoft.com/office/drawing/2014/main" xmlns="" val="3419715865"/>
                    </a:ext>
                  </a:extLst>
                </a:gridCol>
                <a:gridCol w="2677625">
                  <a:extLst>
                    <a:ext uri="{9D8B030D-6E8A-4147-A177-3AD203B41FA5}">
                      <a16:colId xmlns:a16="http://schemas.microsoft.com/office/drawing/2014/main" xmlns="" val="2003004440"/>
                    </a:ext>
                  </a:extLst>
                </a:gridCol>
              </a:tblGrid>
              <a:tr h="378128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87319312"/>
                  </a:ext>
                </a:extLst>
              </a:tr>
              <a:tr h="378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Nadia Zaman Jeni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22103150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59861842"/>
                  </a:ext>
                </a:extLst>
              </a:tr>
              <a:tr h="482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Sumaiya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Akter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mtClean="0"/>
                        <a:t>22103115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55609394"/>
                  </a:ext>
                </a:extLst>
              </a:tr>
              <a:tr h="378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Md. Abdullah Al </a:t>
                      </a:r>
                      <a:r>
                        <a:rPr lang="en-US" dirty="0" err="1" smtClean="0"/>
                        <a:t>Nayeem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22103151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67464215"/>
                  </a:ext>
                </a:extLst>
              </a:tr>
              <a:tr h="3781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Jessica </a:t>
                      </a:r>
                      <a:r>
                        <a:rPr lang="en-US" dirty="0" err="1"/>
                        <a:t>Alam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Jui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22103352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1833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45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845CED-63CA-2245-9056-90D8170F8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3249" y="795792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Pharmacy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D181F8-06F8-17ED-F1AD-70C5FAD1F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ASP.NET Core MVC Project</a:t>
            </a:r>
          </a:p>
          <a:p>
            <a:r>
              <a:rPr lang="en-US" dirty="0"/>
              <a:t>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699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A394E9-4659-1C74-4809-E9709460B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6A82807-B14E-92EC-6FFF-FE238F6BF2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319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Pharmacy Management System</a:t>
            </a:r>
            <a:r>
              <a:rPr lang="en-US" dirty="0"/>
              <a:t> is designed to automate and streamline pharmacy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manage </a:t>
            </a:r>
            <a:r>
              <a:rPr lang="en-US" b="1" dirty="0"/>
              <a:t>medicines, customers, sales, and inventory</a:t>
            </a:r>
            <a:r>
              <a:rPr lang="en-US" dirty="0"/>
              <a:t>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</a:t>
            </a:r>
            <a:r>
              <a:rPr lang="en-US" b="1" dirty="0"/>
              <a:t>manual work</a:t>
            </a:r>
            <a:r>
              <a:rPr lang="en-US" dirty="0"/>
              <a:t>, errors, and improves customer service.</a:t>
            </a:r>
          </a:p>
          <a:p>
            <a:r>
              <a:rPr lang="en-US" dirty="0"/>
              <a:t>This project follows .NET Layered MVC Architecture, which separates Database, Business Logic, and Presentation into different layers for better maintainability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76132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56A122-1DE9-95DB-F668-358678253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4936B90-52A2-8762-1D72-0ACA54827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152" y="1825625"/>
            <a:ext cx="10376647" cy="4351338"/>
          </a:xfrm>
        </p:spPr>
        <p:txBody>
          <a:bodyPr/>
          <a:lstStyle/>
          <a:p>
            <a:r>
              <a:rPr lang="en-US" dirty="0"/>
              <a:t>Maintain accurate medicine inventory.</a:t>
            </a:r>
          </a:p>
          <a:p>
            <a:r>
              <a:rPr lang="en-US" dirty="0"/>
              <a:t>Enable easy customer order processing</a:t>
            </a:r>
          </a:p>
          <a:p>
            <a:r>
              <a:rPr lang="en-US" dirty="0"/>
              <a:t>Track sales and purchases efficiently.</a:t>
            </a:r>
          </a:p>
          <a:p>
            <a:r>
              <a:rPr lang="en-US" dirty="0"/>
              <a:t>Support admin and user login for security.</a:t>
            </a:r>
          </a:p>
          <a:p>
            <a:r>
              <a:rPr lang="en-US" dirty="0"/>
              <a:t>Generate reports for better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2080644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D88A83-49C8-1753-06DE-42D6EFE8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52B93465-D0C3-BEC1-EBEC-D5052E62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User </a:t>
            </a:r>
            <a:r>
              <a:rPr lang="en-US" altLang="en-US" b="1" dirty="0">
                <a:latin typeface="Arial" panose="020B0604020202020204" pitchFamily="34" charset="0"/>
              </a:rPr>
              <a:t>Login</a:t>
            </a:r>
            <a:r>
              <a:rPr lang="en-US" altLang="en-US" dirty="0">
                <a:latin typeface="Arial" panose="020B0604020202020204" pitchFamily="34" charset="0"/>
              </a:rPr>
              <a:t>: Admin and Customer authentication.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Medicine Management</a:t>
            </a:r>
            <a:r>
              <a:rPr lang="en-US" altLang="en-US" dirty="0">
                <a:latin typeface="Arial" panose="020B0604020202020204" pitchFamily="34" charset="0"/>
              </a:rPr>
              <a:t>: Add, update, delete, search medicines.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Customer Management</a:t>
            </a:r>
            <a:r>
              <a:rPr lang="en-US" altLang="en-US" dirty="0">
                <a:latin typeface="Arial" panose="020B0604020202020204" pitchFamily="34" charset="0"/>
              </a:rPr>
              <a:t>: Register and manage customer orders.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Order Processing</a:t>
            </a:r>
            <a:r>
              <a:rPr lang="en-US" altLang="en-US" dirty="0">
                <a:latin typeface="Arial" panose="020B0604020202020204" pitchFamily="34" charset="0"/>
              </a:rPr>
              <a:t>: Place, track, and manage orders.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/>
              <a:t>Reports</a:t>
            </a:r>
            <a:r>
              <a:rPr lang="en-US" dirty="0"/>
              <a:t>: Generate sales, inventory, and daily transaction reports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53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5BC058-AA29-4789-DDD1-8E6246285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2512"/>
          </a:xfrm>
        </p:spPr>
        <p:txBody>
          <a:bodyPr/>
          <a:lstStyle/>
          <a:p>
            <a:pPr algn="ctr"/>
            <a:r>
              <a:rPr lang="en-US" b="1" dirty="0"/>
              <a:t>System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619FA356-DC94-6AE1-7397-394AE5F6F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10" y="1417637"/>
            <a:ext cx="10663334" cy="1456192"/>
          </a:xfrm>
        </p:spPr>
        <p:txBody>
          <a:bodyPr>
            <a:normAutofit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Model = Database layer+ Business layer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Arial" panose="020B0604020202020204" pitchFamily="34" charset="0"/>
              </a:rPr>
              <a:t>Presentation layer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           Controller = ASP.NET Core API Controllers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           View = React frontend</a:t>
            </a:r>
            <a:endParaRPr lang="en-US" altLang="en-US" sz="24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84A8E93-0F22-AEE1-83CA-281EC125C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04" t="3674" b="63673"/>
          <a:stretch>
            <a:fillRect/>
          </a:stretch>
        </p:blipFill>
        <p:spPr>
          <a:xfrm>
            <a:off x="1343608" y="3051109"/>
            <a:ext cx="6466114" cy="355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06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FA26E3-1AF5-9EDB-0D40-CF992A647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Backend Development </a:t>
            </a:r>
            <a:br>
              <a:rPr lang="en-US" b="1" dirty="0"/>
            </a:br>
            <a:r>
              <a:rPr lang="en-US" sz="2800" b="1" u="sng" dirty="0">
                <a:latin typeface="Arial Narrow" panose="020B0606020202030204" pitchFamily="34" charset="0"/>
              </a:rPr>
              <a:t>Database Model</a:t>
            </a:r>
            <a:endParaRPr lang="en-US" b="1" u="sng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E9920A-02E8-7C89-08D1-2DEBD14AE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9423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Represents DB Tables and map class properties to tables column .</a:t>
            </a:r>
          </a:p>
          <a:p>
            <a:r>
              <a:rPr lang="en-US" dirty="0"/>
              <a:t>Data Annotation are applied in model classes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E713A03-0BC3-4A57-3A1C-B7977D0B5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43"/>
          <a:stretch>
            <a:fillRect/>
          </a:stretch>
        </p:blipFill>
        <p:spPr>
          <a:xfrm>
            <a:off x="2814179" y="2705401"/>
            <a:ext cx="6563641" cy="378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96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5E8B613-7D24-227A-B1EB-D4856B30A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281" r="20364"/>
          <a:stretch>
            <a:fillRect/>
          </a:stretch>
        </p:blipFill>
        <p:spPr>
          <a:xfrm>
            <a:off x="439838" y="428263"/>
            <a:ext cx="11181143" cy="607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34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9338F95-7923-FCD9-C70A-9B537EDE6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10B9ED5-87F6-C5DF-AB79-0D2761AB7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69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128951D-CA64-070A-D389-B0FB9D544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C3B186B-2C69-6A85-5319-831281272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452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661423-CC31-CCE1-E800-5C8CA511E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Nuget</a:t>
            </a:r>
            <a:r>
              <a:rPr lang="en-US" b="1" dirty="0"/>
              <a:t> Packages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249CEA5-EA9F-E92A-9935-7886F7D58D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75" b="40530"/>
          <a:stretch>
            <a:fillRect/>
          </a:stretch>
        </p:blipFill>
        <p:spPr>
          <a:xfrm>
            <a:off x="2881604" y="1690688"/>
            <a:ext cx="6428792" cy="4758614"/>
          </a:xfrm>
        </p:spPr>
      </p:pic>
    </p:spTree>
    <p:extLst>
      <p:ext uri="{BB962C8B-B14F-4D97-AF65-F5344CB8AC3E}">
        <p14:creationId xmlns:p14="http://schemas.microsoft.com/office/powerpoint/2010/main" val="3260719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F83F87-F8B9-D501-585B-5AE329E3F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DbContext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03664E0-0642-8683-4B06-58872DDBF6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18" y="1433739"/>
            <a:ext cx="11174963" cy="5424261"/>
          </a:xfrm>
        </p:spPr>
      </p:pic>
    </p:spTree>
    <p:extLst>
      <p:ext uri="{BB962C8B-B14F-4D97-AF65-F5344CB8AC3E}">
        <p14:creationId xmlns:p14="http://schemas.microsoft.com/office/powerpoint/2010/main" val="2264060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AEE0CF-8DDB-84C7-20BD-365CDA96F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Migration &amp; 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7F7065D5-C5A4-FF19-F041-E07045883F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18" t="16565" b="48323"/>
          <a:stretch>
            <a:fillRect/>
          </a:stretch>
        </p:blipFill>
        <p:spPr>
          <a:xfrm>
            <a:off x="985520" y="2296160"/>
            <a:ext cx="4653262" cy="2946400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698264A-5C39-B90E-7679-195F3E874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653" b="40952"/>
          <a:stretch>
            <a:fillRect/>
          </a:stretch>
        </p:blipFill>
        <p:spPr>
          <a:xfrm>
            <a:off x="6251511" y="1838130"/>
            <a:ext cx="5355771" cy="4506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31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Layer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40" t="6523" r="468" b="43542"/>
          <a:stretch/>
        </p:blipFill>
        <p:spPr>
          <a:xfrm>
            <a:off x="1928388" y="1690688"/>
            <a:ext cx="8464990" cy="4879817"/>
          </a:xfrm>
        </p:spPr>
      </p:pic>
    </p:spTree>
    <p:extLst>
      <p:ext uri="{BB962C8B-B14F-4D97-AF65-F5344CB8AC3E}">
        <p14:creationId xmlns:p14="http://schemas.microsoft.com/office/powerpoint/2010/main" val="3213066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 in and Registration Form Model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029" b="50616"/>
          <a:stretch/>
        </p:blipFill>
        <p:spPr>
          <a:xfrm>
            <a:off x="643787" y="1952375"/>
            <a:ext cx="5240965" cy="416776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85" b="44955"/>
          <a:stretch/>
        </p:blipFill>
        <p:spPr>
          <a:xfrm>
            <a:off x="6337425" y="1952375"/>
            <a:ext cx="5504507" cy="416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303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976" y="0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UserService</a:t>
            </a:r>
            <a:r>
              <a:rPr lang="en-US" b="1" dirty="0"/>
              <a:t> Class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1" r="22770" b="10044"/>
          <a:stretch/>
        </p:blipFill>
        <p:spPr>
          <a:xfrm>
            <a:off x="1113576" y="1530037"/>
            <a:ext cx="10058400" cy="5106154"/>
          </a:xfrm>
        </p:spPr>
      </p:pic>
    </p:spTree>
    <p:extLst>
      <p:ext uri="{BB962C8B-B14F-4D97-AF65-F5344CB8AC3E}">
        <p14:creationId xmlns:p14="http://schemas.microsoft.com/office/powerpoint/2010/main" val="1336001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879" y="0"/>
            <a:ext cx="10515600" cy="1325563"/>
          </a:xfrm>
        </p:spPr>
        <p:txBody>
          <a:bodyPr/>
          <a:lstStyle/>
          <a:p>
            <a:pPr algn="ctr"/>
            <a:r>
              <a:rPr lang="en-US" b="1" dirty="0" err="1"/>
              <a:t>OrderService</a:t>
            </a:r>
            <a:r>
              <a:rPr lang="en-US" b="1" dirty="0"/>
              <a:t> Class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11" b="6091"/>
          <a:stretch/>
        </p:blipFill>
        <p:spPr>
          <a:xfrm>
            <a:off x="624689" y="1530037"/>
            <a:ext cx="10538234" cy="5223848"/>
          </a:xfrm>
        </p:spPr>
      </p:pic>
    </p:spTree>
    <p:extLst>
      <p:ext uri="{BB962C8B-B14F-4D97-AF65-F5344CB8AC3E}">
        <p14:creationId xmlns:p14="http://schemas.microsoft.com/office/powerpoint/2010/main" val="4074407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96" y="4544840"/>
            <a:ext cx="8920605" cy="231316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96" y="2200669"/>
            <a:ext cx="8920605" cy="26519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96" y="0"/>
            <a:ext cx="8920605" cy="284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71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8661" y="0"/>
            <a:ext cx="5478255" cy="685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45" y="366723"/>
            <a:ext cx="4793741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035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591"/>
            <a:ext cx="12192000" cy="598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9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9768"/>
            <a:ext cx="12192000" cy="597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02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591"/>
            <a:ext cx="12192000" cy="598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614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944"/>
            <a:ext cx="12192000" cy="597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344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414"/>
            <a:ext cx="12192000" cy="59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660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298"/>
            <a:ext cx="12192000" cy="595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992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6591"/>
            <a:ext cx="12192000" cy="598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702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566"/>
            <a:ext cx="12192000" cy="596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43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98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414"/>
            <a:ext cx="12192000" cy="59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42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08EEA7-15FA-4A7E-AB8C-8D1DC34BD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A74CCB48-C480-4B2B-9E57-6537B03F6B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432" y="1748118"/>
            <a:ext cx="1148614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to basic pharmacy operations (medicine, customers, orders, reports)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integration with third-party services (e.g., online payment, delivery system)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&amp; system knowledge for smooth operation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features are basic (e.g., role-based login only, no advanced encryption)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are limited; advanced analytics not included</a:t>
            </a:r>
          </a:p>
        </p:txBody>
      </p:sp>
    </p:spTree>
    <p:extLst>
      <p:ext uri="{BB962C8B-B14F-4D97-AF65-F5344CB8AC3E}">
        <p14:creationId xmlns:p14="http://schemas.microsoft.com/office/powerpoint/2010/main" val="33445560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925FAF-6F9F-4F23-970B-6DB1D60F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15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F7A9B1-23AE-4F8A-846E-6E610214F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153"/>
            <a:ext cx="10515600" cy="44378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successfully automates core pharmacy tasks (inventory, sales, customers, reports)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workload and errors, improving overall efficiency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scalable foundation for future upgrades (online payment,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mobile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app, advanced analytics)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step toward digital pharmacy management and better customer service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854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393</Words>
  <Application>Microsoft Office PowerPoint</Application>
  <PresentationFormat>Widescreen</PresentationFormat>
  <Paragraphs>68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Arial Narrow</vt:lpstr>
      <vt:lpstr>Calibri</vt:lpstr>
      <vt:lpstr>Calibri Light</vt:lpstr>
      <vt:lpstr>Poppins</vt:lpstr>
      <vt:lpstr>Times New Roman</vt:lpstr>
      <vt:lpstr>Office Theme</vt:lpstr>
      <vt:lpstr>PowerPoint Presentation</vt:lpstr>
      <vt:lpstr>Pharmacy Management System</vt:lpstr>
      <vt:lpstr>Introduction</vt:lpstr>
      <vt:lpstr>Objectives</vt:lpstr>
      <vt:lpstr>Features</vt:lpstr>
      <vt:lpstr>System Architecture</vt:lpstr>
      <vt:lpstr>Backend Development  Database Model</vt:lpstr>
      <vt:lpstr>PowerPoint Presentation</vt:lpstr>
      <vt:lpstr>PowerPoint Presentation</vt:lpstr>
      <vt:lpstr>PowerPoint Presentation</vt:lpstr>
      <vt:lpstr>PowerPoint Presentation</vt:lpstr>
      <vt:lpstr>Nuget Packages </vt:lpstr>
      <vt:lpstr>DbContext</vt:lpstr>
      <vt:lpstr>Migration &amp; Database</vt:lpstr>
      <vt:lpstr>Business Layer</vt:lpstr>
      <vt:lpstr>Log in and Registration Form Model</vt:lpstr>
      <vt:lpstr>UserService Class</vt:lpstr>
      <vt:lpstr>OrderService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</vt:lpstr>
      <vt:lpstr>Conclusion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Management System</dc:title>
  <dc:creator>nadia jeni</dc:creator>
  <cp:lastModifiedBy>Microsoft account</cp:lastModifiedBy>
  <cp:revision>16</cp:revision>
  <dcterms:created xsi:type="dcterms:W3CDTF">2025-09-01T08:58:51Z</dcterms:created>
  <dcterms:modified xsi:type="dcterms:W3CDTF">2025-09-26T17:09:20Z</dcterms:modified>
</cp:coreProperties>
</file>